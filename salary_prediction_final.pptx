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3474720" cy="3474720"/>
          </a:xfrm>
          <a:prstGeom prst="ellipse">
            <a:avLst/>
          </a:prstGeom>
          <a:solidFill>
            <a:srgbClr val="2B5BA1">
              <a:alpha val="45000"/>
            </a:srgbClr>
          </a:solidFill>
          <a:ln w="12700">
            <a:solidFill>
              <a:srgbClr val="2B5BA1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914400"/>
            <a:ext cx="32004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PBEL Virtual Internship Program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" y="1005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Prediction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182880" y="1783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182880" y="2578608"/>
            <a:ext cx="54864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788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2743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Nazim</a:t>
            </a:r>
            <a:endParaRPr lang="en-US" sz="1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2004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3154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(AI &amp; ML)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7432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2026  |  AI &amp; ML Division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286000" cy="2286000"/>
          </a:xfrm>
          <a:prstGeom prst="ellipse">
            <a:avLst/>
          </a:prstGeom>
          <a:solidFill>
            <a:srgbClr val="2B5BA1">
              <a:alpha val="40000"/>
            </a:srgbClr>
          </a:solidFill>
          <a:ln w="12700">
            <a:solidFill>
              <a:srgbClr val="2B5BA1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7315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1965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0312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Salary Prediction?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29000" y="457200"/>
            <a:ext cx="5394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457200"/>
            <a:ext cx="64008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630936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5212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helps predict outcomes using historical data and patterns.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429000" y="1463040"/>
            <a:ext cx="5394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29000" y="1463040"/>
            <a:ext cx="64008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636776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14800" y="15270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prediction reveals job market trends and fair compensation benchmarks.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429000" y="2468880"/>
            <a:ext cx="5394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429000" y="2468880"/>
            <a:ext cx="64008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642616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114800" y="25328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ML algorithms to estimate salary from professional details.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429000" y="3474720"/>
            <a:ext cx="53949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429000" y="3474720"/>
            <a:ext cx="64008" cy="8046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648456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14800" y="35387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intuitive web interface makes predictions accessible to everyone.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4114800" cy="1645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41148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258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1307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8912" y="18013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estimated salary using Machine Learning algorithms trained on real-world data.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143000"/>
            <a:ext cx="4114800" cy="1645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143000"/>
            <a:ext cx="41148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3258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13248" y="1307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919472" y="18013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enter personal and professional details through a clean, easy-to-use web form.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274320" y="3017520"/>
            <a:ext cx="4114800" cy="1645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74320" y="3017520"/>
            <a:ext cx="41148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2004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2688" y="3182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38912" y="36758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processes inputs, applies encoding, and runs the trained ML model to predict salary.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54880" y="3017520"/>
            <a:ext cx="411480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2004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13248" y="3182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919472" y="36758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and Flask for the backend, with Scikit-learn powering the ML engine.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560320" cy="45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43000"/>
            <a:ext cx="2743200" cy="1600200"/>
          </a:xfrm>
          <a:prstGeom prst="rect">
            <a:avLst/>
          </a:prstGeom>
          <a:solidFill>
            <a:srgbClr val="2B5BA1">
              <a:alpha val="90000"/>
            </a:srgbClr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759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38912" y="1828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ML &amp; backend logic.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143000"/>
            <a:ext cx="2743200" cy="1600200"/>
          </a:xfrm>
          <a:prstGeom prst="rect">
            <a:avLst/>
          </a:prstGeom>
          <a:solidFill>
            <a:srgbClr val="2B5BA1">
              <a:alpha val="90000"/>
            </a:srgbClr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0759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908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02152" y="1828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web framework to serve the ML model as API.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0" y="1143000"/>
            <a:ext cx="2743200" cy="1600200"/>
          </a:xfrm>
          <a:prstGeom prst="rect">
            <a:avLst/>
          </a:prstGeom>
          <a:solidFill>
            <a:srgbClr val="2B5BA1">
              <a:alpha val="90000"/>
            </a:srgbClr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0759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565392" y="1828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 used for Linear Regression &amp; Label Encoding.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4320" y="3017520"/>
            <a:ext cx="2743200" cy="1600200"/>
          </a:xfrm>
          <a:prstGeom prst="rect">
            <a:avLst/>
          </a:prstGeom>
          <a:solidFill>
            <a:srgbClr val="2B5BA1">
              <a:alpha val="90000"/>
            </a:srgbClr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8211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38912" y="37033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and numerical computation libraries.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337560" y="3017520"/>
            <a:ext cx="2743200" cy="1600200"/>
          </a:xfrm>
          <a:prstGeom prst="rect">
            <a:avLst/>
          </a:prstGeom>
          <a:solidFill>
            <a:srgbClr val="2B5BA1">
              <a:alpha val="90000"/>
            </a:srgbClr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8211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06908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502152" y="37033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 for user-friendly data entry form.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prediction is based on the following professional attributes: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4475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44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36576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41732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Candidate's age plays a key role in experience-based compensation.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0848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15798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57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176272"/>
            <a:ext cx="36576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13055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for fairness analysis and demographic trend insights.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27980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2871216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2862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46120" y="2889504"/>
            <a:ext cx="36576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84378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and academic background significantly affect salary bands.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35112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58444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35753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46120" y="3602736"/>
            <a:ext cx="36576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557016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role determines industry-standard pay ranges.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422452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" y="4297680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440" y="4288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246120" y="4315968"/>
            <a:ext cx="36576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27024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generally correlates with higher compensation.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097280" y="2633472"/>
            <a:ext cx="6949440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33172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196596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97280"/>
            <a:ext cx="19659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170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Training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155448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dataset of professional profiles is used to train a Linear Regression model, capturing salary patterns.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3108960"/>
            <a:ext cx="196596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3108960"/>
            <a:ext cx="196596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2004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3547872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dataset of professional profiles is used to train a Linear Regression model, capturing...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926080" y="233172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423160" y="1097280"/>
            <a:ext cx="196596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423160" y="1097280"/>
            <a:ext cx="19659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14600" y="1170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Encoding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514600" y="155448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inputs (gender, education, job title) are converted to numerical values via Label Encoding for model compatibility.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423160" y="3108960"/>
            <a:ext cx="196596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23160" y="3108960"/>
            <a:ext cx="196596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14600" y="32004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514600" y="3547872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inputs (gender, education, job title) are converted to numerical values via Label Encoding for...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74920" y="233172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749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0" y="1097280"/>
            <a:ext cx="196596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0" y="1097280"/>
            <a:ext cx="19659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63440" y="1170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Saving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663440" y="155448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and encoders are saved as Pickle (.pkl) files for fast, persistent loading without retraining.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0" y="3108960"/>
            <a:ext cx="196596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0" y="3108960"/>
            <a:ext cx="196596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63440" y="32004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663440" y="3547872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and encoders are saved as Pickle (.pkl) files for fast, persistent loading...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223760" y="2331720"/>
            <a:ext cx="640080" cy="6400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2237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720840" y="1097280"/>
            <a:ext cx="1965960" cy="114300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A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720840" y="1097280"/>
            <a:ext cx="19659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12280" y="1170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via Flask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812280" y="1554480"/>
            <a:ext cx="180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loads the saved model and delivers a predicted salary in real time based on the user's input data.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720840" y="3108960"/>
            <a:ext cx="196596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20840" y="3108960"/>
            <a:ext cx="196596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12280" y="32004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812280" y="3547872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loads the saved model and delivers a predicted salary in real time based on...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B5BA1">
              <a:alpha val="50000"/>
            </a:srgbClr>
          </a:solidFill>
          <a:ln w="12700">
            <a:solidFill>
              <a:srgbClr val="2B5BA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7772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8" name="Shape 5"/>
          <p:cNvSpPr/>
          <p:nvPr/>
        </p:nvSpPr>
        <p:spPr>
          <a:xfrm>
            <a:off x="3200400" y="3090672"/>
            <a:ext cx="274320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Nazim  |  B.Tech CSE (AI &amp; ML)  |  IBM PBEL Virtual Internship Program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Prediction Using Machine Learning</dc:title>
  <dc:subject>PptxGenJS Presentation</dc:subject>
  <dc:creator>PptxGenJS</dc:creator>
  <cp:lastModifiedBy>PptxGenJS</cp:lastModifiedBy>
  <cp:revision>1</cp:revision>
  <dcterms:created xsi:type="dcterms:W3CDTF">2026-03-11T19:26:00Z</dcterms:created>
  <dcterms:modified xsi:type="dcterms:W3CDTF">2026-03-11T19:26:00Z</dcterms:modified>
</cp:coreProperties>
</file>